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D849-CB63-426D-90A5-661CB367F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E68CA-9141-42FC-A292-4058666EF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C7700-310F-4E6F-903E-1F001566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D6D60-F7BB-4A6C-90A0-7857F59A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86FB6-B09B-485F-9389-B007355B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8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7A19-BDAC-4ACA-A6B9-1B8E1A7C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FBDF6-6D03-498A-A0F2-AE392B36A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7F08B-CA60-4D82-9194-A5976884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7BB9-6473-419B-90EC-B0AA11A5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4199-5A16-4008-893A-9A99317E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6A9D-50FA-4EEA-BE8A-890CEB8A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932E9-64FC-45CD-8E0B-1FD23BCC8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64859-29DF-4660-9350-8EA3A9C9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E240-E642-4818-A6D7-2869C5F7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8EC27-D00F-4269-9EDD-82819D7E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3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C74E-EE7E-4B25-8B8C-91CC3A28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67CA-EED5-4282-AD64-A69EBC997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68359-A499-46CB-B43A-95AFB0161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3F1AF-1938-4026-8FB5-229C7521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F18CA-C02A-4F2E-80C9-9358D5A0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6655C-44FC-4C7B-A4CD-29F40B31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1E23-1474-4342-BA69-D3547136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4EB0E-8CB0-4B3C-BD34-715A3DD98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BD87B-44DB-4C58-9953-333863C00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0F4E3-9F08-498E-8C52-BEFBB078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B3375-ECDB-4216-A3A3-8EFCFCF91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8B651-7812-4BCE-A8BC-651204CB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6FD38-49A3-4DB3-AFAF-D14A1B3B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D5AF7-DFD2-44E2-8AA2-E59AD769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4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13FD-03C2-4950-B196-71B445C5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DA4C1-1E00-48C1-AC50-15DF37A7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80D95-2DCD-436E-BD4B-5580B3B2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0B9F7-A684-4984-97C4-99A21CDE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A17DD-E506-4DA6-A400-F8679FC7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D1559-D15F-4B54-9C35-96BCC550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ACD47-25BF-4D69-8D1A-2FB21262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7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AEB5-7084-41CC-A24B-ED7AD89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FCBEB-FE94-46E0-9CE8-BB4E2AB23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91D18-0601-4B7C-9280-58C98D037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B81AE-FC30-4FC0-8B3F-C9D0A469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4214C-4397-483C-A489-87910FB8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06099-9819-4507-983D-FEF83E83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DF4A6-83D0-431C-AA7B-470E0FDB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70E11-7A01-4409-8F60-DECFA1E88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F9F40-A68A-440D-9CC1-65F0D0642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F7BCE-9DD8-4034-883A-793E0800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F0E05-21B4-4691-992A-1A0A4F36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B378F-CA95-4CEB-A0C6-72660502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0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9C3-248D-4018-914F-6351F96A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C8FE2-7073-4993-A6EF-3D83668E9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6F6EF-C49D-42ED-860F-4699D1E1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44835-DC75-4C14-A582-48E469951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0C25-FF5F-4D8A-9528-6675AAAE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12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637A8-CD37-475E-A662-904C1D34E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774F9-2885-4806-A8E3-8DE211195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E17EE-AC16-41F2-B784-2289B40E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43425-2CED-4BD7-A05A-8BBB4A82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C9041-21B5-42CE-A6BC-9ACFC33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6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7754C-C846-4537-BAB7-FDA598E8C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0A07A-35FA-4D54-9DD1-9114C06E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A9347-C915-4443-9AA8-A9E9213E2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045FC-DB41-40DE-8DCF-9ACD52BB4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3E289-4E16-4167-9707-ECB819E5B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781D9-D1F7-488C-8471-B14CD7E64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FAD27-C01E-474F-9031-5AA8ED98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0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ir tree with solid fill">
            <a:extLst>
              <a:ext uri="{FF2B5EF4-FFF2-40B4-BE49-F238E27FC236}">
                <a16:creationId xmlns:a16="http://schemas.microsoft.com/office/drawing/2014/main" id="{8E0A5D1A-82D9-42EF-A4E6-4E8A423EC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599" y="5185533"/>
            <a:ext cx="688750" cy="688750"/>
          </a:xfrm>
          <a:prstGeom prst="rect">
            <a:avLst/>
          </a:prstGeom>
        </p:spPr>
      </p:pic>
      <p:pic>
        <p:nvPicPr>
          <p:cNvPr id="6" name="Graphic 5" descr="Fir tree with solid fill">
            <a:extLst>
              <a:ext uri="{FF2B5EF4-FFF2-40B4-BE49-F238E27FC236}">
                <a16:creationId xmlns:a16="http://schemas.microsoft.com/office/drawing/2014/main" id="{60D2D45B-76F4-46EC-B376-F4254C4E5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0646" y="3562227"/>
            <a:ext cx="688750" cy="688750"/>
          </a:xfrm>
          <a:prstGeom prst="rect">
            <a:avLst/>
          </a:prstGeom>
        </p:spPr>
      </p:pic>
      <p:pic>
        <p:nvPicPr>
          <p:cNvPr id="7" name="Graphic 6" descr="Fir tree with solid fill">
            <a:extLst>
              <a:ext uri="{FF2B5EF4-FFF2-40B4-BE49-F238E27FC236}">
                <a16:creationId xmlns:a16="http://schemas.microsoft.com/office/drawing/2014/main" id="{8E9A54B1-A71F-4905-86DD-2AB4E0A9C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6137" y="5001670"/>
            <a:ext cx="688750" cy="6887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8C3C3A-5B24-40A6-AA4B-1A0D23C6B90D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1422974" y="4250977"/>
            <a:ext cx="642047" cy="934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BDA09E-FC14-40B9-A13A-DE249A40C49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1767349" y="5346045"/>
            <a:ext cx="1858788" cy="183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A94E9A-1843-4ACC-A70D-D8126AFA5FE8}"/>
              </a:ext>
            </a:extLst>
          </p:cNvPr>
          <p:cNvSpPr txBox="1"/>
          <p:nvPr/>
        </p:nvSpPr>
        <p:spPr>
          <a:xfrm>
            <a:off x="1122621" y="4250977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32”</a:t>
            </a:r>
          </a:p>
          <a:p>
            <a:r>
              <a:rPr lang="en-US" sz="1200" dirty="0"/>
              <a:t>38 deg.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7F4E96-4438-4DAC-B860-46A1E9882E04}"/>
              </a:ext>
            </a:extLst>
          </p:cNvPr>
          <p:cNvSpPr txBox="1"/>
          <p:nvPr/>
        </p:nvSpPr>
        <p:spPr>
          <a:xfrm>
            <a:off x="2937387" y="5437976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54”</a:t>
            </a:r>
          </a:p>
          <a:p>
            <a:r>
              <a:rPr lang="en-US" sz="1200" dirty="0"/>
              <a:t>87 deg.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E2CD0-57D5-4963-A5BA-CB3C24AD24D2}"/>
              </a:ext>
            </a:extLst>
          </p:cNvPr>
          <p:cNvSpPr txBox="1"/>
          <p:nvPr/>
        </p:nvSpPr>
        <p:spPr>
          <a:xfrm>
            <a:off x="789023" y="5346045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C06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CC7A2-DA4D-4CE9-BF1F-CF3E6E1CF20A}"/>
              </a:ext>
            </a:extLst>
          </p:cNvPr>
          <p:cNvSpPr txBox="1"/>
          <p:nvPr/>
        </p:nvSpPr>
        <p:spPr>
          <a:xfrm>
            <a:off x="1555592" y="3560371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C08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2E6BE-B23C-4832-A52D-F9C170B57A3B}"/>
              </a:ext>
            </a:extLst>
          </p:cNvPr>
          <p:cNvSpPr txBox="1"/>
          <p:nvPr/>
        </p:nvSpPr>
        <p:spPr>
          <a:xfrm>
            <a:off x="3546998" y="4908534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C09</a:t>
            </a:r>
          </a:p>
        </p:txBody>
      </p:sp>
    </p:spTree>
    <p:extLst>
      <p:ext uri="{BB962C8B-B14F-4D97-AF65-F5344CB8AC3E}">
        <p14:creationId xmlns:p14="http://schemas.microsoft.com/office/powerpoint/2010/main" val="189720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Jerry Shannon</dc:creator>
  <cp:lastModifiedBy>Jerry Shannon</cp:lastModifiedBy>
  <cp:revision>5</cp:revision>
  <dcterms:created xsi:type="dcterms:W3CDTF">2026-01-29T16:45:33Z</dcterms:created>
  <dcterms:modified xsi:type="dcterms:W3CDTF">2026-01-29T16:53:41Z</dcterms:modified>
</cp:coreProperties>
</file>